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3C6C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003C6C"/>
                </a:solidFill>
                <a:latin typeface="Calibri"/>
              </a:rPr>
              <a:t>Translation latency, median (ms, log scale)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(ms)</c:v>
                </c:pt>
              </c:strCache>
            </c:strRef>
          </c:tx>
          <c:spPr>
            <a:solidFill>
              <a:srgbClr val="003C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100 bp</c:v>
                  </c:pt>
                  <c:pt idx="1">
                    <c:v>1 kb</c:v>
                  </c:pt>
                  <c:pt idx="2">
                    <c:v>10 kb</c:v>
                  </c:pt>
                  <c:pt idx="3">
                    <c:v>100 kb</c:v>
                  </c:pt>
                  <c:pt idx="4">
                    <c:v>1 Mb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21</c:v>
                </c:pt>
                <c:pt idx="2">
                  <c:v>115</c:v>
                </c:pt>
                <c:pt idx="3">
                  <c:v>599</c:v>
                </c:pt>
                <c:pt idx="4">
                  <c:v>4300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10"/>
        </c:scaling>
        <c:delete val="0"/>
        <c:axPos val="b"/>
        <c:majorGridlines>
          <c:spPr>
            <a:ln w="6350" cap="flat">
              <a:solidFill>
                <a:srgbClr val="D9E1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3C6C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003C6C"/>
                </a:solidFill>
                <a:latin typeface="Calibri"/>
              </a:rPr>
              <a:t>Concurrent 3.4 kb queries vs threads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queries / s</c:v>
                </c:pt>
              </c:strCache>
            </c:strRef>
          </c:tx>
          <c:spPr>
            <a:solidFill>
              <a:srgbClr val="003C6C"/>
            </a:solidFill>
            <a:ln w="38100" cap="flat">
              <a:solidFill>
                <a:srgbClr val="003C6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93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3C6C"/>
              </a:solidFill>
              <a:ln w="9525" cap="flat">
                <a:solidFill>
                  <a:srgbClr val="003C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</c:v>
                </c:pt>
                <c:pt idx="1">
                  <c:v>13.2</c:v>
                </c:pt>
                <c:pt idx="2">
                  <c:v>23.6</c:v>
                </c:pt>
                <c:pt idx="3">
                  <c:v>60.3</c:v>
                </c:pt>
                <c:pt idx="4">
                  <c:v>59.4</c:v>
                </c:pt>
                <c:pt idx="5">
                  <c:v>65.3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8293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9E1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framing: the goal is HPRC release 2 usable inside the UCSC Genome Browser: search the graph, translate coordinates between any two assemblies, and carry annotations along. August was the month it became end-to-end real on the dev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screenshots left to right. Mention the hgConvert integration as the adoption path: nothing new for users to 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a minute unless people ask. The routing-table story (17.2 TB to 1.78 GB by dropping stored target intervals) is the one worth telling.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19 days figure motivates next month's main item: precomputed chains by direct path intersection, estimated ~300x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for transparency; right column is what I actually want out of the meeting. Ask for the hdb.c sign-off and the redeploy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who wants to try the dev browser pages and send feedback before the HPRC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/Users/seeskand/Documents/HPRC/2026/hprc_2026_poster/talk/figure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88720"/>
            <a:ext cx="4114800" cy="9612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Pangenome in the Genome Browser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D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update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Parsa Eskandar   •   lab meeting, September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August: the browser side is end-to-end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pages run on hgwdev against the HPRC v2.0 graph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54298" cy="2245097"/>
          </a:xfrm>
          <a:prstGeom prst="roundRect">
            <a:avLst>
              <a:gd name="adj" fmla="val 488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600200"/>
            <a:ext cx="100584" cy="1005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600200"/>
            <a:ext cx="100584" cy="100584"/>
          </a:xfrm>
          <a:prstGeom prst="ellipse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600200"/>
            <a:ext cx="100584" cy="1005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0" descr="/Users/seeskand/Documents/HPRC/2026/hprc_2026_poster/talk/figures/mapping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9656"/>
            <a:ext cx="3271418" cy="184276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68698" y="1508760"/>
            <a:ext cx="3454298" cy="2038045"/>
          </a:xfrm>
          <a:prstGeom prst="roundRect">
            <a:avLst>
              <a:gd name="adj" fmla="val 538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15002" y="1600200"/>
            <a:ext cx="100584" cy="1005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9594" y="1600200"/>
            <a:ext cx="100584" cy="100584"/>
          </a:xfrm>
          <a:prstGeom prst="ellipse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4186" y="1600200"/>
            <a:ext cx="100584" cy="1005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4" name="Image 1" descr="/Users/seeskand/Documents/HPRC/2026/hprc_2026_poster/talk/figures/convert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38" y="1819656"/>
            <a:ext cx="3271418" cy="163570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88757" y="1508760"/>
            <a:ext cx="3454298" cy="1144670"/>
          </a:xfrm>
          <a:prstGeom prst="roundRect">
            <a:avLst>
              <a:gd name="adj" fmla="val 958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35061" y="1600200"/>
            <a:ext cx="100584" cy="10058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99653" y="1600200"/>
            <a:ext cx="100584" cy="100584"/>
          </a:xfrm>
          <a:prstGeom prst="ellipse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64245" y="1600200"/>
            <a:ext cx="100584" cy="1005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/Users/seeskand/Documents/HPRC/2026/hprc_2026_poster/talk/figures/lifted_annot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819656"/>
            <a:ext cx="3271418" cy="74233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8640" y="3982457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Pangenome Mapping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439657"/>
            <a:ext cx="3454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sequence, all 464 haplotypes ranked by identity, one-click position on any of them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4368698" y="3982457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Coordinates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4368698" y="4439657"/>
            <a:ext cx="3454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any-to-any translation with a scored picker that lists only assemblies containing the region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188757" y="3982457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follow you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188757" y="4439657"/>
            <a:ext cx="34542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QuickLift chains built per request from the graph, plus an Alignment Differences track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pangenome assemblies appear in the stock hgConvert menu; core kent changes stayed at 3 files / 15 lines; 385 browser-side tests passing.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four things that changed this month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594360" cy="59436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821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0876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table (Table 2) rebuilt as routing-only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7452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 keys, 1.78 GB, 35 min at 32 threads. Zero abandoned runs and zero splits, down from 5.0M and 35.7M. A naive all-pairs table would have been 17.2 TB.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62072"/>
            <a:ext cx="594360" cy="59436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4" y="30166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7432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Per-haplotype identity alongside coverage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10896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vg's cs:Z string per node; one pass scores all 464 haplotypes. Found and fixed a bug where anchors were estimated proportionally because the parser looked for cg:Z, which vg never emits.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096512"/>
            <a:ext cx="594360" cy="59436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2510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97764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34340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Thread-safety audit of FastLocate / tag arrays / trace path, GIL released on read-only bindings, global lock dropped: 6.3 to 60.3 queries/s from 1 to 8 threads (9.6x).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30952"/>
            <a:ext cx="594360" cy="59436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54854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521208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discovery and the scored picker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600200" y="5577840"/>
            <a:ext cx="9814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discovery took 1 Mb completeness from 2.9% to 93.1% and made it 2x faster; the scored reachables path answers a 100 kb region in 1.28 s instead of 29.5 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numbers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1280160"/>
          <a:ext cx="524225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532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generation through the HTTP API is linear at about 1.14 s/Mb (about 250 blocks/Mb). Whole chr10 would be ~150 s; all 466 haplotypes genome-wide ~19 days serialized. That number is why the bulk generator is next.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issues, and where I need input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7F0F7"/>
          </a:solidFill>
          <a:ln w="12700">
            <a:solidFill>
              <a:srgbClr val="E7F0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6459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(mine to fix)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481568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temp-file name is derived from the hub path, so a new conversion racing an extend beacon can splice a hub. Needs pid/mkstemp.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extendChain has no server-side payload test; it triggers an ~11 s job.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 volume: ~12 files per conversion, one unlink in the whole file.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segdup-dense intervals lose positions (46% recovered on 1q21.1).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nits: two subpath-offset notations, soft-clip identity denominator, warnings[].target rename.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53048" y="1600200"/>
            <a:ext cx="548640" cy="54864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7428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4592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I'd like from the group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286000"/>
            <a:ext cx="444992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one-line hdb.c change (hNibForChrom accepting hub db names). It is committed and widens a hot core path.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concurrency: the browser team measured only 13% gain from parallel requests. Likely PANGENOME_COORD_SERIALIZE=1 or a stale liftover_ext.so on pancake. Can I redeploy?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chain cache: trash sweeps chains after ~1 h, so nothing is shared across users. Ops decision more than code.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on the bulk chain generator (direct path intersection) before the table build finishes.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2026: poster is done, and I have a 15-minute talk slot. Feedback on the deck welcome.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chain generator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source/target path intersection, no r-index probing. Estimate ~4 min per chromosome at 32 threads, ~1.6 h genome-wide per target. Benchmark one chromosome pair first.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90824" y="146304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514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51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2377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audit items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310896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write race, extendChain test, trash cleanup, dead chainSpan field, subpath notation.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3008" y="146304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7328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377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deployment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10896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concurrency in production; persistent chain cache if approved.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75191" y="146304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9511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49511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49511" y="23774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2026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310896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the talk; record a 20 s demo of convert -&gt; lifted annotations; print the poster.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identity over query length (charges soft clips) as an option for the PSL track; single-traversal multi-target translation if the picker commonly asks for many targets.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Parsa Eskandar</dc:creator>
  <cp:lastModifiedBy>Parsa Eskandar</cp:lastModifiedBy>
  <cp:revision>1</cp:revision>
  <dcterms:created xsi:type="dcterms:W3CDTF">2026-09-02T19:14:12Z</dcterms:created>
  <dcterms:modified xsi:type="dcterms:W3CDTF">2026-09-02T19:14:12Z</dcterms:modified>
</cp:coreProperties>
</file>